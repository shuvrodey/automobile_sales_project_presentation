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Automobile Sales Analysis during Recession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By: </a:t>
            </a:r>
            <a:r>
              <a:rPr lang="en-IN" dirty="0"/>
              <a:t>Shuvro Dey</a:t>
            </a:r>
            <a: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Analyze automobile sales trends during recession and non-recession periods.</a:t>
            </a:r>
          </a:p>
          <a:p>
            <a:r>
              <a:t>Dataset collected, cleaned, and analyzed using Python, SQL, and visualization libraries.</a:t>
            </a:r>
          </a:p>
          <a:p>
            <a:r>
              <a:t>Key insights: Sales dropped significantly during recession, unemployment strongly correlated.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Background: Automobile industry trends affected by economic conditions.</a:t>
            </a:r>
          </a:p>
          <a:p>
            <a:r>
              <a:t>Motivation: Identify how recession impacts sales, advertising, and unemployment.</a:t>
            </a:r>
          </a:p>
          <a:p>
            <a:r>
              <a:t>Questions: Differences between vehicle types? Correlation with unemployment?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&amp; Wrangling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Source: IBM dataset / Kaggle.</a:t>
            </a:r>
          </a:p>
          <a:p>
            <a:r>
              <a:t>Data cleaning: handled missing values, normalized columns.</a:t>
            </a:r>
          </a:p>
          <a:p>
            <a:r>
              <a:t>Feature engineering: added unemployment, ad spend, price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&amp; Interactive Visual Analytics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used: Pandas, Seaborn, Matplotlib, Plotly.</a:t>
            </a:r>
          </a:p>
          <a:p>
            <a:r>
              <a:t>Interactive visuals built with Plotly and Dash.</a:t>
            </a:r>
          </a:p>
          <a:p>
            <a:r>
              <a:t>Bubble charts, scatter plots, and line charts applied.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Approach: Supervised learning classification.</a:t>
            </a:r>
          </a:p>
          <a:p>
            <a:r>
              <a:t>Algorithm: Logistic Regression / Random Forest.</a:t>
            </a:r>
          </a:p>
          <a:p>
            <a:r>
              <a:t>Evaluated with accuracy, precision, recall.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with Visualization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Yearly sales fluctuations visualized (line chart).</a:t>
            </a:r>
          </a:p>
          <a:p>
            <a:r>
              <a:t>Recession vs Non-recession comparison (bar chart).</a:t>
            </a:r>
          </a:p>
          <a:p>
            <a:r>
              <a:t>Bubble plots show seasonality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with SQL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Queries written to summarize sales by vehicle type during recession.</a:t>
            </a:r>
          </a:p>
          <a:p>
            <a:r>
              <a:t>SQL results validate the Pandas-based insights.</a:t>
            </a:r>
          </a:p>
          <a:p>
            <a:r>
              <a:t>Joined tables to combine unemployment and sales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Map with Folium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Folium map used to display geographic distribution of sales.</a:t>
            </a:r>
          </a:p>
          <a:p>
            <a:r>
              <a:t>Markers and heatmaps highlight regional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Plotly Dash Dashboard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 created with Dash.</a:t>
            </a:r>
          </a:p>
          <a:p>
            <a:r>
              <a:t>Dropdown filters by year and vehicle type.</a:t>
            </a:r>
          </a:p>
          <a:p>
            <a:r>
              <a:t>Graphs auto-update based on selections.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accuracy: ~85%.</a:t>
            </a:r>
          </a:p>
          <a:p>
            <a:r>
              <a:t>Confusion matrix shows good classification results.</a:t>
            </a:r>
          </a:p>
          <a:p>
            <a:r>
              <a:t>Insights: Unemployment and vehicle type strong predictors.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Automobile sales significantly decline during recession.</a:t>
            </a:r>
          </a:p>
          <a:p>
            <a:r>
              <a:t>SUVs impacted differently compared to sedans.</a:t>
            </a:r>
          </a:p>
          <a:p>
            <a:r>
              <a:t>Future work: Expand dataset, try advanced ML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Creativity &amp; Innovative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Applied custom color themes and visuals.</a:t>
            </a:r>
          </a:p>
          <a:p>
            <a:r>
              <a:t>Found correlation between ad spend and resilience in sales.</a:t>
            </a:r>
          </a:p>
          <a:p>
            <a:r>
              <a:t>Suggested seasonal strategies for advertising.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364</Words>
  <Application>Microsoft Office PowerPoint</Application>
  <PresentationFormat>On-screen Show (4:3)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Automobile Sales Analysis during Recession</vt:lpstr>
      <vt:lpstr>Executive Summary</vt:lpstr>
      <vt:lpstr>Introduction</vt:lpstr>
      <vt:lpstr>Data Collection &amp; Wrangling Methodology</vt:lpstr>
      <vt:lpstr>EDA &amp; Interactive Visual Analytics Methodology</vt:lpstr>
      <vt:lpstr>Predictive Analysis Methodology</vt:lpstr>
      <vt:lpstr>EDA with Visualization Results</vt:lpstr>
      <vt:lpstr>EDA with SQL Results</vt:lpstr>
      <vt:lpstr>Interactive Map with Folium Results</vt:lpstr>
      <vt:lpstr>Plotly Dash Dashboard Results</vt:lpstr>
      <vt:lpstr>Predictive Analysis Results</vt:lpstr>
      <vt:lpstr>Conclusion</vt:lpstr>
      <vt:lpstr>Creativity &amp; Innovative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Samaresh Dey</cp:lastModifiedBy>
  <cp:revision>2</cp:revision>
  <dcterms:created xsi:type="dcterms:W3CDTF">2013-01-27T09:14:16Z</dcterms:created>
  <dcterms:modified xsi:type="dcterms:W3CDTF">2025-09-23T01:53:24Z</dcterms:modified>
  <cp:category/>
</cp:coreProperties>
</file>